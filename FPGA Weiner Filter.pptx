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56aa09c08_2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a56aa09c08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56aa09c08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a56aa09c08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56aa09c08_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a56aa09c08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ArismitaM/Weiner-Filter-using-FPGA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0" y="0"/>
            <a:ext cx="9144000" cy="11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Statement:</a:t>
            </a:r>
            <a:r>
              <a:rPr b="1" lang="en-GB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a Weiner Filter for image processing. Use VGA and HDL or HLS for implementation.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(Due to unavailability of VGA cable, it was implemented using UART protocol).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GB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GB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link: </a:t>
            </a:r>
            <a:r>
              <a:rPr i="0" lang="en-GB" sz="1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https://github.com/ArismitaM/Weiner-Filter-using-FPGA</a:t>
            </a:r>
            <a:endParaRPr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475" y="1095500"/>
            <a:ext cx="4232525" cy="327733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5"/>
          <p:cNvSpPr txBox="1"/>
          <p:nvPr/>
        </p:nvSpPr>
        <p:spPr>
          <a:xfrm>
            <a:off x="6351350" y="864250"/>
            <a:ext cx="2120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Summary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971700"/>
            <a:ext cx="9144000" cy="11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4663" y="2778495"/>
            <a:ext cx="2120700" cy="148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0224" y="1095500"/>
            <a:ext cx="3111475" cy="16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5"/>
          <p:cNvSpPr txBox="1"/>
          <p:nvPr/>
        </p:nvSpPr>
        <p:spPr>
          <a:xfrm>
            <a:off x="855838" y="2925550"/>
            <a:ext cx="146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Resource Utilization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20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6"/>
          <p:cNvSpPr txBox="1"/>
          <p:nvPr/>
        </p:nvSpPr>
        <p:spPr>
          <a:xfrm>
            <a:off x="2994050" y="0"/>
            <a:ext cx="2120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Timing Summary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4533" y="2194225"/>
            <a:ext cx="4457258" cy="20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6"/>
          <p:cNvSpPr txBox="1"/>
          <p:nvPr/>
        </p:nvSpPr>
        <p:spPr>
          <a:xfrm>
            <a:off x="3262625" y="1774850"/>
            <a:ext cx="212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Behavioural Simulation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6"/>
          <p:cNvSpPr txBox="1"/>
          <p:nvPr/>
        </p:nvSpPr>
        <p:spPr>
          <a:xfrm>
            <a:off x="655075" y="4388450"/>
            <a:ext cx="28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SW Bypass 1 - Raw Image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2725" y="2993013"/>
            <a:ext cx="4806600" cy="215048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6"/>
          <p:cNvSpPr txBox="1"/>
          <p:nvPr/>
        </p:nvSpPr>
        <p:spPr>
          <a:xfrm>
            <a:off x="5606000" y="2371650"/>
            <a:ext cx="28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SW Bypass 0 - Filtered Image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499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7"/>
          <p:cNvSpPr txBox="1"/>
          <p:nvPr/>
        </p:nvSpPr>
        <p:spPr>
          <a:xfrm>
            <a:off x="1846346" y="514282"/>
            <a:ext cx="20472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5100" lIns="95100" spcFirstLastPara="1" rIns="95100" wrap="square" tIns="95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4"/>
              <a:buFont typeface="Arial"/>
              <a:buNone/>
            </a:pPr>
            <a:r>
              <a:rPr b="0" i="0" lang="en-GB" sz="166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Schematic</a:t>
            </a:r>
            <a:endParaRPr b="0" i="0" sz="166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